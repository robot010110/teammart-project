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314432" y="2926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technical layers that make up AIon.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05756" y="18745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51476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flipH="1">
            <a:off x="2665476" y="2651760"/>
            <a:ext cx="3429000" cy="777240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56716" y="34290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202436" y="3429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56716" y="429768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2436" y="4297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56716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interact with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94476" y="2651760"/>
            <a:ext cx="0" cy="777240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585716" y="34290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31436" y="3429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85716" y="429768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31436" y="4297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85716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 &amp; APIs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94476" y="2651760"/>
            <a:ext cx="3429000" cy="777240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014716" y="34290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60436" y="3429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014716" y="429768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60436" y="4297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14716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system's data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314432" y="2926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Flow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user action travels through AIon.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9476" y="32918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9FAFD5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25196" y="32918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016252" y="361645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27148" y="32918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7482AE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372868" y="32918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963924" y="361645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74820" y="32918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20540" y="32918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911596" y="361645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22492" y="32918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68212" y="32918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859268" y="361645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170164" y="32918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7482AE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15884" y="32918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806940" y="361645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117836" y="32918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163556" y="32918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8463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moves from the interface, through the API and business logic, to the database — and back.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314432" y="2926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Structure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 mirrors the company's real organizational hierarchy.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91356" y="1824228"/>
            <a:ext cx="4206240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037076" y="182422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476" y="2427732"/>
            <a:ext cx="0" cy="310896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97096" y="2738628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242816" y="2738628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4476" y="3342132"/>
            <a:ext cx="0" cy="310896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02836" y="3653028"/>
            <a:ext cx="3383280" cy="603504"/>
          </a:xfrm>
          <a:prstGeom prst="roundRect">
            <a:avLst>
              <a:gd name="adj" fmla="val 12121"/>
            </a:avLst>
          </a:prstGeom>
          <a:solidFill>
            <a:srgbClr val="7482AE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48556" y="365302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4476" y="4256532"/>
            <a:ext cx="0" cy="310896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08576" y="4567428"/>
            <a:ext cx="2971800" cy="603504"/>
          </a:xfrm>
          <a:prstGeom prst="roundRect">
            <a:avLst>
              <a:gd name="adj" fmla="val 12121"/>
            </a:avLst>
          </a:prstGeom>
          <a:solidFill>
            <a:srgbClr val="9FAFD5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54296" y="456742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4476" y="5170932"/>
            <a:ext cx="0" cy="310896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14316" y="5481828"/>
            <a:ext cx="2560320" cy="603504"/>
          </a:xfrm>
          <a:prstGeom prst="roundRect">
            <a:avLst>
              <a:gd name="adj" fmla="val 1212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860036" y="548182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314432" y="2926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System Modules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operational areas that run inside AIon.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97196" y="178308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42916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 flipH="1">
            <a:off x="1156716" y="2514600"/>
            <a:ext cx="4937760" cy="1051560"/>
          </a:xfrm>
          <a:prstGeom prst="line">
            <a:avLst/>
          </a:prstGeom>
          <a:noFill/>
          <a:ln w="15875">
            <a:solidFill>
              <a:srgbClr val="9FAFD5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25196" y="35661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0916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flipH="1">
            <a:off x="2802636" y="2514600"/>
            <a:ext cx="3291840" cy="1051560"/>
          </a:xfrm>
          <a:prstGeom prst="line">
            <a:avLst/>
          </a:prstGeom>
          <a:noFill/>
          <a:ln w="15875">
            <a:solidFill>
              <a:srgbClr val="9FAFD5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071116" y="35661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7482AE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116836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flipH="1">
            <a:off x="4448556" y="2514600"/>
            <a:ext cx="1645920" cy="1051560"/>
          </a:xfrm>
          <a:prstGeom prst="line">
            <a:avLst/>
          </a:prstGeom>
          <a:noFill/>
          <a:ln w="15875">
            <a:solidFill>
              <a:srgbClr val="9FAFD5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717036" y="35661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762756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/ Tasks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flipH="1">
            <a:off x="6094476" y="2514600"/>
            <a:ext cx="0" cy="1051560"/>
          </a:xfrm>
          <a:prstGeom prst="line">
            <a:avLst/>
          </a:prstGeom>
          <a:noFill/>
          <a:ln w="15875">
            <a:solidFill>
              <a:srgbClr val="9FAFD5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362956" y="35661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7482AE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408676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94476" y="2514600"/>
            <a:ext cx="1645920" cy="1051560"/>
          </a:xfrm>
          <a:prstGeom prst="line">
            <a:avLst/>
          </a:prstGeom>
          <a:noFill/>
          <a:ln w="15875">
            <a:solidFill>
              <a:srgbClr val="9FAFD5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008876" y="35661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054596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94476" y="2514600"/>
            <a:ext cx="3291840" cy="1051560"/>
          </a:xfrm>
          <a:prstGeom prst="line">
            <a:avLst/>
          </a:prstGeom>
          <a:noFill/>
          <a:ln w="15875">
            <a:solidFill>
              <a:srgbClr val="9FAFD5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654796" y="35661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7482AE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700516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94476" y="2514600"/>
            <a:ext cx="4937760" cy="1051560"/>
          </a:xfrm>
          <a:prstGeom prst="line">
            <a:avLst/>
          </a:prstGeom>
          <a:noFill/>
          <a:ln w="15875">
            <a:solidFill>
              <a:srgbClr val="9FAFD5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300716" y="35661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346436" y="3566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314432" y="2926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Data Flow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connecting the modules matters to the business.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76956" y="1691640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9FAFD5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122676" y="1691640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76956" y="2496312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7482AE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122676" y="2496312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/ Task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4476" y="2203704"/>
            <a:ext cx="0" cy="292608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9340596" y="21854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76956" y="3300984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122676" y="3300984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4476" y="3008376"/>
            <a:ext cx="0" cy="292608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340596" y="29900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reviewed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76956" y="4105656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495488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122676" y="4105656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94476" y="3813048"/>
            <a:ext cx="0" cy="292608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9340596" y="3794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76956" y="4910328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122676" y="4910328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94476" y="4617720"/>
            <a:ext cx="0" cy="292608"/>
          </a:xfrm>
          <a:prstGeom prst="line">
            <a:avLst/>
          </a:prstGeom>
          <a:noFill/>
          <a:ln w="22225">
            <a:solidFill>
              <a:srgbClr val="7482AE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9340596" y="45994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5788152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employee activity becomes operational data — giving management real visibility into performance.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2026-09-09T19:51:59Z</dcterms:created>
  <dcterms:modified xsi:type="dcterms:W3CDTF">2026-09-09T19:51:59Z</dcterms:modified>
</cp:coreProperties>
</file>